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93"/>
          <a:sy d="100" n="93"/>
        </p:scale>
        <p:origin x="65" y="94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36" Type="http://schemas.openxmlformats.org/officeDocument/2006/relationships/theme" Target="theme/theme1.xml" /><Relationship Id="rId35" Type="http://schemas.openxmlformats.org/officeDocument/2006/relationships/viewProps" Target="viewProps.xml" /><Relationship Id="rId3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7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8.jp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Directions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direction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directions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deployment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workflow:</a:t>
            </a:r>
          </a:p>
          <a:p>
            <a:pPr lvl="1"/>
            <a:r>
              <a:rPr/>
              <a:t>dataset</a:t>
            </a:r>
          </a:p>
          <a:p>
            <a:pPr lvl="1"/>
            <a:r>
              <a:rPr/>
              <a:t>model</a:t>
            </a:r>
          </a:p>
          <a:p>
            <a:pPr lvl="1"/>
            <a:r>
              <a:rPr/>
              <a:t>training</a:t>
            </a:r>
          </a:p>
          <a:p>
            <a:pPr lvl="1"/>
            <a:r>
              <a:rPr/>
              <a:t>evaluation</a:t>
            </a:r>
          </a:p>
          <a:p>
            <a:pPr lvl="1"/>
            <a:r>
              <a:rPr/>
              <a:t>deployment</a:t>
            </a:r>
          </a:p>
          <a:p>
            <a:pPr lvl="0"/>
            <a:r>
              <a:rPr/>
              <a:t>Important:</a:t>
            </a:r>
          </a:p>
          <a:p>
            <a:pPr lvl="1"/>
            <a:r>
              <a:rPr/>
              <a:t>this can still start from a pretrained model</a:t>
            </a:r>
          </a:p>
          <a:p>
            <a:pPr lvl="1"/>
            <a:r>
              <a:rPr/>
              <a:t>for example MobileNet, YOLO, or another pretrained model</a:t>
            </a:r>
          </a:p>
          <a:p>
            <a:pPr lvl="1"/>
            <a:r>
              <a:rPr/>
              <a:t>then you continue training it on your own data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torchvision / torchaudio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from scratch.</a:t>
            </a:r>
          </a:p>
          <a:p>
            <a:pPr lvl="0"/>
            <a:r>
              <a:rPr/>
              <a:t>This is how many modern AI applications are made.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multimodal assistant</a:t>
            </a:r>
          </a:p>
          <a:p>
            <a:pPr lvl="1"/>
            <a:r>
              <a:rPr/>
              <a:t>speech tool</a:t>
            </a:r>
          </a:p>
          <a:p>
            <a:pPr lvl="1"/>
            <a:r>
              <a:rPr/>
              <a:t>image generator</a:t>
            </a:r>
          </a:p>
          <a:p>
            <a:pPr lvl="1"/>
            <a:r>
              <a:rPr/>
              <a:t>semantic search app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Hugging Face Transformers</a:t>
            </a:r>
          </a:p>
          <a:p>
            <a:pPr lvl="1"/>
            <a:r>
              <a:rPr/>
              <a:t>Diffusers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 from normal transfer learning on a smaller model.</a:t>
            </a:r>
          </a:p>
          <a:p>
            <a:pPr lvl="0"/>
            <a:r>
              <a:rPr/>
              <a:t>For large foundation models, it is often not practical to retrain everything.</a:t>
            </a:r>
          </a:p>
          <a:p>
            <a:pPr lvl="0"/>
            <a:r>
              <a:rPr/>
              <a:t>Instead, you adapt part of the model using methods such as:</a:t>
            </a:r>
          </a:p>
          <a:p>
            <a:pPr lvl="1"/>
            <a:r>
              <a:rPr/>
              <a:t>LoRA</a:t>
            </a:r>
          </a:p>
          <a:p>
            <a:pPr lvl="1"/>
            <a:r>
              <a:rPr/>
              <a:t>PEFT</a:t>
            </a:r>
          </a:p>
          <a:p>
            <a:pPr lvl="1"/>
            <a:r>
              <a:rPr/>
              <a:t>adapters</a:t>
            </a:r>
          </a:p>
          <a:p>
            <a:pPr lvl="1"/>
            <a:r>
              <a:rPr/>
              <a:t>DreamBooth-style adaptation</a:t>
            </a:r>
          </a:p>
          <a:p>
            <a:pPr lvl="0"/>
            <a:r>
              <a:rPr/>
              <a:t>This path is powerful, but more ambitious.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Reinforcement learning is about learning through:</a:t>
            </a:r>
          </a:p>
          <a:p>
            <a:pPr lvl="1"/>
            <a:r>
              <a:rPr/>
              <a:t>interaction</a:t>
            </a:r>
          </a:p>
          <a:p>
            <a:pPr lvl="1"/>
            <a:r>
              <a:rPr/>
              <a:t>reward</a:t>
            </a:r>
          </a:p>
          <a:p>
            <a:pPr lvl="1"/>
            <a:r>
              <a:rPr/>
              <a:t>trial and error</a:t>
            </a:r>
          </a:p>
          <a:p>
            <a:pPr lvl="0"/>
            <a:r>
              <a:rPr/>
              <a:t>In this course, the most realistic projects are probably:</a:t>
            </a:r>
          </a:p>
          <a:p>
            <a:pPr lvl="1"/>
            <a:r>
              <a:rPr/>
              <a:t>games</a:t>
            </a:r>
          </a:p>
          <a:p>
            <a:pPr lvl="1"/>
            <a:r>
              <a:rPr/>
              <a:t>simulations</a:t>
            </a:r>
          </a:p>
          <a:p>
            <a:pPr lvl="1"/>
            <a:r>
              <a:rPr/>
              <a:t>simple control tasks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Gymnasium</a:t>
            </a:r>
          </a:p>
          <a:p>
            <a:pPr lvl="1"/>
            <a:r>
              <a:rPr/>
              <a:t>Stable-Baselines3</a:t>
            </a:r>
          </a:p>
          <a:p>
            <a:pPr lvl="1"/>
            <a:r>
              <a:rPr/>
              <a:t>TorchRL</a:t>
            </a:r>
          </a:p>
        </p:txBody>
      </p:sp>
      <p:pic>
        <p:nvPicPr>
          <p:cNvPr descr="media/chaining-ll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You may want to focus less on training and more on </a:t>
            </a:r>
            <a:r>
              <a:rPr b="1"/>
              <a:t>getting AI to run well on real hardware</a:t>
            </a:r>
            <a:r>
              <a:rPr/>
              <a:t>.</a:t>
            </a:r>
          </a:p>
          <a:p>
            <a:pPr lvl="0"/>
            <a:r>
              <a:rPr/>
              <a:t>That is a very valid project path.</a:t>
            </a:r>
          </a:p>
          <a:p>
            <a:pPr lvl="0"/>
            <a:r>
              <a:rPr/>
              <a:t>Good examples:</a:t>
            </a:r>
          </a:p>
          <a:p>
            <a:pPr lvl="1"/>
            <a:r>
              <a:rPr/>
              <a:t>deploy a vision model to an edge device</a:t>
            </a:r>
          </a:p>
          <a:p>
            <a:pPr lvl="1"/>
            <a:r>
              <a:rPr/>
              <a:t>compare runtimes</a:t>
            </a:r>
          </a:p>
          <a:p>
            <a:pPr lvl="1"/>
            <a:r>
              <a:rPr/>
              <a:t>optimize latency</a:t>
            </a:r>
          </a:p>
          <a:p>
            <a:pPr lvl="1"/>
            <a:r>
              <a:rPr/>
              <a:t>deploy a small local LLM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ONNX Runtime</a:t>
            </a:r>
          </a:p>
          <a:p>
            <a:pPr lvl="1"/>
            <a:r>
              <a:rPr/>
              <a:t>Jetson / JetPack / TensorRT</a:t>
            </a:r>
          </a:p>
          <a:p>
            <a:pPr lvl="1"/>
            <a:r>
              <a:rPr/>
              <a:t>Ollama or llama.cpp</a:t>
            </a:r>
          </a:p>
        </p:txBody>
      </p:sp>
      <p:pic>
        <p:nvPicPr>
          <p:cNvPr descr="media/edge-ai-hardware-referenc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Directions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Probably one of the easiest directions to demo well.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visual inspection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Ultralytics 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Models, Chat Systems, and Text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Strong option if you want to build something useful quickly.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tool calling</a:t>
            </a:r>
          </a:p>
          <a:p>
            <a:pPr lvl="1"/>
            <a:r>
              <a:rPr/>
              <a:t>text transformation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Strong frameworks: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one of the most practical modern AI directions.</a:t>
            </a:r>
          </a:p>
          <a:p>
            <a:pPr lvl="0"/>
            <a:r>
              <a:rPr/>
              <a:t>It is based on embeddings:</a:t>
            </a:r>
          </a:p>
          <a:p>
            <a:pPr lvl="1"/>
            <a:r>
              <a:rPr/>
              <a:t>represent items as vectors</a:t>
            </a:r>
          </a:p>
          <a:p>
            <a:pPr lvl="1"/>
            <a:r>
              <a:rPr/>
              <a:t>compare them by meaning, not only by exact words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direction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Speech, Audio, and Time-Series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Good directions if you like signals rather than only text or images.</a:t>
            </a:r>
          </a:p>
          <a:p>
            <a:pPr lvl="0"/>
            <a:r>
              <a:rPr/>
              <a:t>Audio examples: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0"/>
            <a:r>
              <a:rPr/>
              <a:t>Time-series examples: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</p:txBody>
      </p:sp>
      <p:pic>
        <p:nvPicPr>
          <p:cNvPr descr="media/time-series-data-graph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073400"/>
            <a:ext cx="4394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Systems Are Cross-Cutting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Generative AI is important, but it is not one single modality.</a:t>
            </a:r>
          </a:p>
          <a:p>
            <a:pPr lvl="0"/>
            <a:r>
              <a:rPr/>
              <a:t>It can appear in:</a:t>
            </a:r>
          </a:p>
          <a:p>
            <a:pPr lvl="1"/>
            <a:r>
              <a:rPr/>
              <a:t>text generation</a:t>
            </a:r>
          </a:p>
          <a:p>
            <a:pPr lvl="1"/>
            <a:r>
              <a:rPr/>
              <a:t>image generation</a:t>
            </a:r>
          </a:p>
          <a:p>
            <a:pPr lvl="1"/>
            <a:r>
              <a:rPr/>
              <a:t>speech generation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multimodal generation</a:t>
            </a:r>
          </a:p>
          <a:p>
            <a:pPr lvl="0"/>
            <a:r>
              <a:rPr/>
              <a:t>So instead of treating it as one separate box, think of it as a </a:t>
            </a:r>
            <a:r>
              <a:rPr b="1"/>
              <a:t>style of model behavior</a:t>
            </a:r>
            <a:r>
              <a:rPr/>
              <a:t> across several domains.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semantic search app with Sentence Transformers</a:t>
            </a:r>
          </a:p>
          <a:p>
            <a:pPr lvl="0"/>
            <a:r>
              <a:rPr/>
              <a:t>a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Directions</dc:title>
  <dc:creator>Alexander D’hoore</dc:creator>
  <cp:keywords/>
  <dcterms:created xsi:type="dcterms:W3CDTF">2026-04-03T05:35:52Z</dcterms:created>
  <dcterms:modified xsi:type="dcterms:W3CDTF">2026-04-03T05:35:52Z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