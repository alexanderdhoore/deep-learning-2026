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Technical Paths and Application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an application domain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many projects, it helps to choose a </a:t>
            </a:r>
            <a:r>
              <a:rPr b="1"/>
              <a:t>technical path</a:t>
            </a:r>
            <a:r>
              <a:rPr/>
              <a:t> early.</a:t>
            </a:r>
          </a:p>
          <a:p>
            <a:pPr lvl="0"/>
            <a:r>
              <a:rPr/>
              <a:t>Other students will start from a domain or tool they already find interesting.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  <a:p>
            <a:pPr lvl="0"/>
            <a:r>
              <a:rPr/>
              <a:t>Reinforcement learning and edge deployment also have dedicated notes in </a:t>
            </a:r>
            <a:r>
              <a:rPr>
                <a:latin typeface="Cousine"/>
              </a:rPr>
              <a:t>domains/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this path if you want to adapt a large pretrained model to your own task or style.</a:t>
            </a:r>
          </a:p>
          <a:p>
            <a:pPr lvl="0"/>
            <a:r>
              <a:rPr/>
              <a:t>This is more than prompting, but less than full retraining.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 if you want to go beyond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works best when you keep the environment and goal simple.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After choosing a domain, read the matching notes and official docs.</a:t>
            </a:r>
          </a:p>
          <a:p>
            <a:pPr lvl="0"/>
            <a:r>
              <a:rPr/>
              <a:t>A few big names you will see often: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1"/>
            <a:r>
              <a:rPr/>
              <a:t>Docker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  <a:p>
            <a:pPr lvl="0"/>
            <a:r>
              <a:rPr/>
              <a:t>See </a:t>
            </a:r>
            <a:r>
              <a:rPr>
                <a:latin typeface="Cousine"/>
              </a:rPr>
              <a:t>04-supporting-tools.md</a:t>
            </a:r>
            <a:r>
              <a:rPr/>
              <a:t> in the repo for a short overview of these options.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an application domain or framework stack</a:t>
            </a:r>
          </a:p>
          <a:p>
            <a:pPr lvl="0"/>
            <a:r>
              <a:rPr/>
              <a:t>refine the other one</a:t>
            </a:r>
          </a:p>
          <a:p>
            <a:pPr lvl="0"/>
            <a:r>
              <a:rPr/>
              <a:t>read the matching domain note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Technical Paths and Application Domains</dc:title>
  <dc:creator>Alexander D’hoore</dc:creator>
  <cp:keywords/>
  <dcterms:created xsi:type="dcterms:W3CDTF">2026-04-03T09:51:24Z</dcterms:created>
  <dcterms:modified xsi:type="dcterms:W3CDTF">2026-04-03T09:51:24Z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