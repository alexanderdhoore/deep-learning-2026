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68"/>
          <a:sy d="100" n="68"/>
        </p:scale>
        <p:origin x="65" y="14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52" Type="http://schemas.openxmlformats.org/officeDocument/2006/relationships/theme" Target="theme/theme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77031" y="4162230"/>
            <a:ext cx="2520000" cy="2520000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sv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626" y="131494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5.jp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Technical Paths and Application Domains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This short introduction gives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an application domain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74200" y="4152900"/>
            <a:ext cx="25146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path and domain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Before choosing an application, it is often easier to choose a </a:t>
            </a:r>
            <a:r>
              <a:rPr b="1"/>
              <a:t>technical path</a:t>
            </a:r>
            <a:r>
              <a:rPr/>
              <a:t>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domains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semantic search / retrieval</a:t>
            </a:r>
          </a:p>
          <a:p>
            <a:pPr lvl="1"/>
            <a:r>
              <a:rPr/>
              <a:t>recommendation systems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3D / depth / geometry</a:t>
            </a:r>
          </a:p>
          <a:p>
            <a:pPr lvl="0"/>
            <a:r>
              <a:rPr/>
              <a:t>Reinforcement learning and edge deployment also have dedicated notes in </a:t>
            </a:r>
            <a:r>
              <a:rPr>
                <a:latin typeface="Cousine"/>
              </a:rPr>
              <a:t>domains/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workflow.</a:t>
            </a:r>
          </a:p>
          <a:p>
            <a:pPr lvl="0"/>
            <a:r>
              <a:rPr/>
              <a:t>Typical flow: dataset, model, training, evaluation, deployment.</a:t>
            </a:r>
          </a:p>
          <a:p>
            <a:pPr lvl="0"/>
            <a:r>
              <a:rPr/>
              <a:t>You may start from random weights or pretrained weights.</a:t>
            </a:r>
          </a:p>
          <a:p>
            <a:pPr lvl="0"/>
            <a:r>
              <a:rPr/>
              <a:t>Example: continue training MobileNet or YOLO on your own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Why You Might Choose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want to understand how model training really works.</a:t>
            </a:r>
          </a:p>
          <a:p>
            <a:pPr lvl="0"/>
            <a:r>
              <a:rPr/>
              <a:t>Strong domains: vision, audio, time-series, classification.</a:t>
            </a:r>
          </a:p>
          <a:p>
            <a:pPr lvl="0"/>
            <a:r>
              <a:rPr/>
              <a:t>Good tools: PyTorch, torchvision, torchaudio, YOLO, RF-DETR.</a:t>
            </a:r>
          </a:p>
          <a:p>
            <a:pPr lvl="0"/>
            <a:r>
              <a:rPr/>
              <a:t>Good projects: classifier, detector, anomaly detector.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yourself.</a:t>
            </a:r>
          </a:p>
          <a:p>
            <a:pPr lvl="0"/>
            <a:r>
              <a:rPr/>
              <a:t>You choose an existing model and turn it into an application.</a:t>
            </a:r>
          </a:p>
          <a:p>
            <a:pPr lvl="0"/>
            <a:r>
              <a:rPr/>
              <a:t>This is one of the most common modern AI workflows.</a:t>
            </a:r>
          </a:p>
          <a:p>
            <a:pPr lvl="0"/>
            <a:r>
              <a:rPr/>
              <a:t>Strong path for text, speech, multimodal systems, and generation.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Where To Explore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Hugging Face is one of the best places to browse models, tasks, and examples.</a:t>
            </a:r>
          </a:p>
          <a:p>
            <a:pPr lvl="0"/>
            <a:r>
              <a:rPr/>
              <a:t>Model cards help you understand what a model can do.</a:t>
            </a:r>
          </a:p>
          <a:p>
            <a:pPr lvl="0"/>
            <a:r>
              <a:rPr/>
              <a:t>Good tools: Transformers, Diffusers, Sentence Transformers, Ollama.</a:t>
            </a:r>
          </a:p>
          <a:p>
            <a:pPr lvl="0"/>
            <a:r>
              <a:rPr/>
              <a:t>Good projects: chatbot, speech tool, image generator, document assistant.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this path if you want to adapt a large pretrained model to your own task or style.</a:t>
            </a:r>
          </a:p>
          <a:p>
            <a:pPr lvl="0"/>
            <a:r>
              <a:rPr/>
              <a:t>This is more than prompting, but less than full retraining.</a:t>
            </a:r>
          </a:p>
          <a:p>
            <a:pPr lvl="0"/>
            <a:r>
              <a:rPr/>
              <a:t>For large models, retraining everything is often too expensive.</a:t>
            </a:r>
          </a:p>
          <a:p>
            <a:pPr lvl="0"/>
            <a:r>
              <a:rPr/>
              <a:t>Instead, you adapt part of the model.</a:t>
            </a:r>
          </a:p>
          <a:p>
            <a:pPr lvl="0"/>
            <a:r>
              <a:rPr/>
              <a:t>Common methods: LoRA, PEFT, adapters.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Concrete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Example: fine-tune an image model on your own face or visual style.</a:t>
            </a:r>
          </a:p>
          <a:p>
            <a:pPr lvl="0"/>
            <a:r>
              <a:rPr/>
              <a:t>Example: adapt an LLM to a narrow domain.</a:t>
            </a:r>
          </a:p>
          <a:p>
            <a:pPr lvl="0"/>
            <a:r>
              <a:rPr/>
              <a:t>Good tools: Transformers training stack, PEFT, Diffusers, PyTorch.</a:t>
            </a:r>
          </a:p>
          <a:p>
            <a:pPr lvl="0"/>
            <a:r>
              <a:rPr/>
              <a:t>This path is powerful if you want to go beyond simple inference.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path is very different from supervised learning.</a:t>
            </a:r>
          </a:p>
          <a:p>
            <a:pPr lvl="0"/>
            <a:r>
              <a:rPr/>
              <a:t>The model learns by interacting with an environment.</a:t>
            </a:r>
          </a:p>
          <a:p>
            <a:pPr lvl="0"/>
            <a:r>
              <a:rPr/>
              <a:t>It tries actions, gets rewards, and improves over time.</a:t>
            </a:r>
          </a:p>
          <a:p>
            <a:pPr lvl="0"/>
            <a:r>
              <a:rPr/>
              <a:t>The environment can be a game, simulation, or physical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Why It Is Interesting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system discovers strategies by itself instead of copying labels.</a:t>
            </a:r>
          </a:p>
          <a:p>
            <a:pPr lvl="0"/>
            <a:r>
              <a:rPr/>
              <a:t>Good projects: game agent, simulator, small control task.</a:t>
            </a:r>
          </a:p>
          <a:p>
            <a:pPr lvl="0"/>
            <a:r>
              <a:rPr/>
              <a:t>Good tools: Gymnasium, Stable-Baselines3, TorchRL.</a:t>
            </a:r>
          </a:p>
          <a:p>
            <a:pPr lvl="0"/>
            <a:r>
              <a:rPr/>
              <a:t>This path works best when you keep the environment and goal simple.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of you will run models on your GPU server.</a:t>
            </a:r>
          </a:p>
          <a:p>
            <a:pPr lvl="0"/>
            <a:r>
              <a:rPr/>
              <a:t>Edge AI means running the model somewhere else locally.</a:t>
            </a:r>
          </a:p>
          <a:p>
            <a:pPr lvl="0"/>
            <a:r>
              <a:rPr/>
              <a:t>Examples: laptop, Jetson, Raspberry Pi, embedded device.</a:t>
            </a:r>
          </a:p>
          <a:p>
            <a:pPr lvl="0"/>
            <a:r>
              <a:rPr/>
              <a:t>The challenge is export, optimization, latency, and runtime choice.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like systems, deployment, and performance engineering.</a:t>
            </a:r>
          </a:p>
          <a:p>
            <a:pPr lvl="0"/>
            <a:r>
              <a:rPr/>
              <a:t>You can focus on making an existing model run well.</a:t>
            </a:r>
          </a:p>
          <a:p>
            <a:pPr lvl="0"/>
            <a:r>
              <a:rPr/>
              <a:t>Good tools: ONNX Runtime, JetPack, TensorRT, Ollama, llama.cpp.</a:t>
            </a:r>
          </a:p>
          <a:p>
            <a:pPr lvl="0"/>
            <a:r>
              <a:rPr/>
              <a:t>Strong examples: deploy vision, compare runtimes, run a local LLM.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Domains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Application Domains Mean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technical path tells you </a:t>
            </a:r>
            <a:r>
              <a:rPr b="1"/>
              <a:t>how</a:t>
            </a:r>
            <a:r>
              <a:rPr/>
              <a:t> you work with models.</a:t>
            </a:r>
          </a:p>
          <a:p>
            <a:pPr lvl="0"/>
            <a:r>
              <a:rPr/>
              <a:t>An application domain tells you </a:t>
            </a:r>
            <a:r>
              <a:rPr b="1"/>
              <a:t>what kind of data or problem</a:t>
            </a:r>
            <a:r>
              <a:rPr/>
              <a:t> you work on.</a:t>
            </a:r>
          </a:p>
          <a:p>
            <a:pPr lvl="0"/>
            <a:r>
              <a:rPr/>
              <a:t>One domain can combine with several paths.</a:t>
            </a:r>
          </a:p>
          <a:p>
            <a:pPr lvl="0"/>
            <a:r>
              <a:rPr/>
              <a:t>Example: computer vision can use Path 1, Path 2, or Path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1: 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 for images and video.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keypoint detection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an established field, but still extremely powerful.</a:t>
            </a:r>
          </a:p>
          <a:p>
            <a:pPr lvl="0"/>
            <a:r>
              <a:rPr/>
              <a:t>It solves many real industrial problems very well.</a:t>
            </a:r>
          </a:p>
          <a:p>
            <a:pPr lvl="0"/>
            <a:r>
              <a:rPr/>
              <a:t>It also works very well on the GPU hardware you have.</a:t>
            </a:r>
          </a:p>
          <a:p>
            <a:pPr lvl="0"/>
            <a:r>
              <a:rPr/>
              <a:t>Strong examples: inspection, counting, tracking, defect detection.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2: Language Models and Text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mostly about pretrained or adapted models.</a:t>
            </a:r>
          </a:p>
          <a:p>
            <a:pPr lvl="0"/>
            <a:r>
              <a:rPr/>
              <a:t>Training your own LLM from scratch is usually not realistic.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question answering</a:t>
            </a:r>
          </a:p>
          <a:p>
            <a:pPr lvl="1"/>
            <a:r>
              <a:rPr/>
              <a:t>tool calling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Models: Tool Calling and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Tool calling means the model can decide when to use another tool.</a:t>
            </a:r>
          </a:p>
          <a:p>
            <a:pPr lvl="0"/>
            <a:r>
              <a:rPr/>
              <a:t>Example tools:</a:t>
            </a:r>
          </a:p>
          <a:p>
            <a:pPr lvl="1"/>
            <a:r>
              <a:rPr/>
              <a:t>search</a:t>
            </a:r>
          </a:p>
          <a:p>
            <a:pPr lvl="1"/>
            <a:r>
              <a:rPr/>
              <a:t>calculator</a:t>
            </a:r>
          </a:p>
          <a:p>
            <a:pPr lvl="1"/>
            <a:r>
              <a:rPr/>
              <a:t>database lookup</a:t>
            </a:r>
          </a:p>
          <a:p>
            <a:pPr lvl="1"/>
            <a:r>
              <a:rPr/>
              <a:t>API call</a:t>
            </a:r>
          </a:p>
          <a:p>
            <a:pPr lvl="0"/>
            <a:r>
              <a:rPr/>
              <a:t>That can become a whole project by itself.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3: 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  <a:p>
            <a:pPr lvl="0"/>
            <a:r>
              <a:rPr/>
              <a:t>You already saw a small example of this in the generative AI workshop.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upload an image and ask questions about it</a:t>
            </a:r>
          </a:p>
          <a:p>
            <a:pPr lvl="0"/>
            <a:r>
              <a:rPr/>
              <a:t>analyze a receipt or invoice</a:t>
            </a:r>
          </a:p>
          <a:p>
            <a:pPr lvl="0"/>
            <a:r>
              <a:rPr/>
              <a:t>build a document question-answering tool</a:t>
            </a:r>
          </a:p>
          <a:p>
            <a:pPr lvl="0"/>
            <a:r>
              <a:rPr/>
              <a:t>combine voice input with image understanding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4: Semantic Search and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based on embeddings.</a:t>
            </a:r>
          </a:p>
          <a:p>
            <a:pPr lvl="0"/>
            <a:r>
              <a:rPr/>
              <a:t>An embedding is a vector representation of text, image, or audio.</a:t>
            </a:r>
          </a:p>
          <a:p>
            <a:pPr lvl="0"/>
            <a:r>
              <a:rPr/>
              <a:t>Similar meaning leads to nearby vectors.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Search: Why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search only by exact words.</a:t>
            </a:r>
          </a:p>
          <a:p>
            <a:pPr lvl="0"/>
            <a:r>
              <a:rPr/>
              <a:t>You search by meaning.</a:t>
            </a:r>
          </a:p>
          <a:p>
            <a:pPr lvl="0"/>
            <a:r>
              <a:rPr/>
              <a:t>This is useful for:</a:t>
            </a:r>
          </a:p>
          <a:p>
            <a:pPr lvl="1"/>
            <a:r>
              <a:rPr/>
              <a:t>documents</a:t>
            </a:r>
          </a:p>
          <a:p>
            <a:pPr lvl="1"/>
            <a:r>
              <a:rPr/>
              <a:t>notes</a:t>
            </a:r>
          </a:p>
          <a:p>
            <a:pPr lvl="1"/>
            <a:r>
              <a:rPr/>
              <a:t>images</a:t>
            </a:r>
          </a:p>
          <a:p>
            <a:pPr lvl="1"/>
            <a:r>
              <a:rPr/>
              <a:t>other media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Retrieve First, Then Generate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Retrieval-augmented generation is part of this domain.</a:t>
            </a:r>
          </a:p>
          <a:p>
            <a:pPr lvl="0"/>
            <a:r>
              <a:rPr/>
              <a:t>First retrieve the most relevant documents.</a:t>
            </a:r>
          </a:p>
          <a:p>
            <a:pPr lvl="0"/>
            <a:r>
              <a:rPr/>
              <a:t>Then send that context to the language model.</a:t>
            </a:r>
          </a:p>
          <a:p>
            <a:pPr lvl="0"/>
            <a:r>
              <a:rPr/>
              <a:t>Then generate the answer with better grounding.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5: Recommendation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closely related to embeddings, but the user experience is different from search.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music or media recommender</a:t>
            </a:r>
          </a:p>
          <a:p>
            <a:pPr lvl="1"/>
            <a:r>
              <a:rPr/>
              <a:t>product recommendation demo</a:t>
            </a:r>
          </a:p>
          <a:p>
            <a:pPr lvl="1"/>
            <a:r>
              <a:rPr/>
              <a:t>similar-item recommender</a:t>
            </a:r>
          </a:p>
          <a:p>
            <a:pPr lvl="1"/>
            <a:r>
              <a:rPr/>
              <a:t>recommendation UI based on embeddings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Systems: Why They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Recommendation is everywhere on the modern web.</a:t>
            </a:r>
          </a:p>
          <a:p>
            <a:pPr lvl="0"/>
            <a:r>
              <a:rPr/>
              <a:t>Modern recommenders often use embeddings and ranking.</a:t>
            </a:r>
          </a:p>
          <a:p>
            <a:pPr lvl="0"/>
            <a:r>
              <a:rPr/>
              <a:t>This can be a very strong project if you like music, media, or product ideas.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6: Speech and Audio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can use Path 1, Path 2, or Path 3.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voice adaptation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Whisper</a:t>
            </a:r>
          </a:p>
          <a:p>
            <a:pPr lvl="1"/>
            <a:r>
              <a:rPr/>
              <a:t>torchaudio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TTS libraries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Speech and Audio: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voice note transcriber</a:t>
            </a:r>
          </a:p>
          <a:p>
            <a:pPr lvl="0"/>
            <a:r>
              <a:rPr/>
              <a:t>speech-based chatbot</a:t>
            </a:r>
          </a:p>
          <a:p>
            <a:pPr lvl="0"/>
            <a:r>
              <a:rPr/>
              <a:t>sound-event detector</a:t>
            </a:r>
          </a:p>
          <a:p>
            <a:pPr lvl="0"/>
            <a:r>
              <a:rPr/>
              <a:t>text-to-speech assistant</a:t>
            </a:r>
          </a:p>
          <a:p>
            <a:pPr lvl="0"/>
            <a:r>
              <a:rPr/>
              <a:t>music generation demo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7: Time-Series and Sensor 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industrial and less flashy, but still important.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  <a:p>
            <a:pPr lvl="0"/>
            <a:r>
              <a:rPr/>
              <a:t>It is especially relevant if you already have an interesting dataset.</a:t>
            </a:r>
          </a:p>
          <a:p>
            <a:pPr lvl="0"/>
            <a:r>
              <a:rPr/>
              <a:t>For this course, it is possible, but probably less attractive than image, text, or audio.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8: 3D, Depth, and Geometry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more niche domain, but it exists.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image-to-3D</a:t>
            </a:r>
          </a:p>
          <a:p>
            <a:pPr lvl="1"/>
            <a:r>
              <a:rPr/>
              <a:t>text-to-3D</a:t>
            </a:r>
          </a:p>
          <a:p>
            <a:pPr lvl="1"/>
            <a:r>
              <a:rPr/>
              <a:t>3D generation workflows</a:t>
            </a:r>
          </a:p>
          <a:p>
            <a:pPr lvl="0"/>
            <a:r>
              <a:rPr/>
              <a:t>Some interesting pretrained models already exist here.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Paths and Domains Can Be Combined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Computer vision can use Path 1, Path 2, or Path 5.</a:t>
            </a:r>
          </a:p>
          <a:p>
            <a:pPr lvl="0"/>
            <a:r>
              <a:rPr/>
              <a:t>Language models usually fit Path 2 or Path 3.</a:t>
            </a:r>
          </a:p>
          <a:p>
            <a:pPr lvl="0"/>
            <a:r>
              <a:rPr/>
              <a:t>Audio can use Path 1, Path 2, or Path 3.</a:t>
            </a:r>
          </a:p>
          <a:p>
            <a:pPr lvl="0"/>
            <a:r>
              <a:rPr/>
              <a:t>Edge deployment can apply to many domains.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Depend on the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need to memorize every framework from this talk.</a:t>
            </a:r>
          </a:p>
          <a:p>
            <a:pPr lvl="0"/>
            <a:r>
              <a:rPr/>
              <a:t>The exact framework depends on the domain you choose.</a:t>
            </a:r>
          </a:p>
          <a:p>
            <a:pPr lvl="0"/>
            <a:r>
              <a:rPr/>
              <a:t>After choosing a domain, read the matching notes and official docs.</a:t>
            </a:r>
          </a:p>
          <a:p>
            <a:pPr lvl="0"/>
            <a:r>
              <a:rPr/>
              <a:t>A few big names you will see often: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1"/>
            <a:r>
              <a:rPr/>
              <a:t>React or another custom frontend</a:t>
            </a:r>
          </a:p>
          <a:p>
            <a:pPr lvl="1"/>
            <a:r>
              <a:rPr/>
              <a:t>Docker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  <a:p>
            <a:pPr lvl="0"/>
            <a:r>
              <a:rPr/>
              <a:t>React gives more control, but also more complexity.</a:t>
            </a:r>
          </a:p>
          <a:p>
            <a:pPr lvl="0"/>
            <a:r>
              <a:rPr/>
              <a:t>See </a:t>
            </a:r>
            <a:r>
              <a:rPr>
                <a:latin typeface="Cousine"/>
              </a:rPr>
              <a:t>04-generic-support-tooling.md</a:t>
            </a:r>
            <a:r>
              <a:rPr/>
              <a:t> in the repo for a short overview of these options.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74200" y="4572000"/>
            <a:ext cx="2514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an application domain</a:t>
            </a:r>
          </a:p>
          <a:p>
            <a:pPr lvl="0"/>
            <a:r>
              <a:rPr/>
              <a:t>read the matching domain note</a:t>
            </a:r>
          </a:p>
          <a:p>
            <a:pPr lvl="0"/>
            <a:r>
              <a:rPr/>
              <a:t>choose a framework stack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Good Luck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you find genuinely interesting.</a:t>
            </a:r>
          </a:p>
          <a:p>
            <a:pPr lvl="0"/>
            <a:r>
              <a:rPr/>
              <a:t>Build something real.</a:t>
            </a:r>
          </a:p>
          <a:p>
            <a:pPr lvl="0"/>
            <a:r>
              <a:rPr/>
              <a:t>Learn your tools deeply enough to explain what you made.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Technical Paths and Application Domains</dc:title>
  <dc:creator>Alexander D’hoore</dc:creator>
  <cp:keywords/>
  <dcterms:created xsi:type="dcterms:W3CDTF">2026-04-03T09:34:18Z</dcterms:created>
  <dcterms:modified xsi:type="dcterms:W3CDTF">2026-04-03T09:34:18Z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monofont">
    <vt:lpwstr>Cousine</vt:lpwstr>
  </property>
  <property fmtid="{D5CDD505-2E9C-101B-9397-08002B2CF9AE}" pid="11" name="toc-title">
    <vt:lpwstr>Table of contents</vt:lpwstr>
  </property>
</Properties>
</file>