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59" autoAdjust="0"/>
    <p:restoredTop sz="94660"/>
  </p:normalViewPr>
  <p:slideViewPr>
    <p:cSldViewPr snapToGrid="0">
      <p:cViewPr varScale="1">
        <p:scale>
          <a:sx n="93" d="100"/>
          <a:sy n="93" d="100"/>
        </p:scale>
        <p:origin x="65" y="9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4E4880-7DA0-4458-A438-59016194DA3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1AB8C-271C-4EB9-9DF3-95022938B63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339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id="6" name="Picture 8" descr="Text, logo&#10;&#10;Description automatically generated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334B85-A2C7-9256-388C-DCBA062843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E863F20-2F7E-BC7A-6EA3-D2BF7592EA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0940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TETRA – Machine Vision for Quality Control</dc:title>
  <dc:creator>Matthias De Ryck</dc:creator>
  <cp:lastModifiedBy>Alexander D'hoore</cp:lastModifiedBy>
  <cp:revision>24</cp:revision>
  <dcterms:created xsi:type="dcterms:W3CDTF">2022-09-14T09:37:15Z</dcterms:created>
  <dcterms:modified xsi:type="dcterms:W3CDTF">2026-04-03T05:26:27Z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0x0101001188334205745E4C8CEB2F1D33C244B8</vt:lpwstr>
  </property>
  <property fmtid="{D5CDD505-2E9C-101B-9397-08002B2CF9AE}" pid="3" name="Order">
    <vt:r8>12000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MediaServiceImageTags">
    <vt:lpwstr/>
  </property>
</Properties>
</file>