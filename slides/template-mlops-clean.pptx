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svg" ContentType="image/svg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theme/theme2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CCCC"/>
    <a:srgbClr val="0563C1"/>
    <a:srgbClr val="6AA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9" autoAdjust="0"/>
    <p:restoredTop sz="94660"/>
  </p:normalViewPr>
  <p:slideViewPr>
    <p:cSldViewPr snapToGrid="0">
      <p:cViewPr varScale="1">
        <p:scale>
          <a:sx n="83" d="100"/>
          <a:sy n="83" d="100"/>
        </p:scale>
        <p:origin x="60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viewProps" Target="viewProps.xml" /><ns0:Relationship Id="rId7" Type="http://schemas.openxmlformats.org/officeDocument/2006/relationships/presProps" Target="presProps.xml" /><ns0:Relationship Id="rId6" Type="http://schemas.openxmlformats.org/officeDocument/2006/relationships/notesMaster" Target="notesMasters/notesMaster1.xml" /><ns0:Relationship Id="rId5" Type="http://schemas.openxmlformats.org/officeDocument/2006/relationships/slide" Target="slides/slide1.xml" /><ns0:Relationship Id="rId10" Type="http://schemas.openxmlformats.org/officeDocument/2006/relationships/tableStyles" Target="tableStyles.xml" /><ns0:Relationship Id="rId4" Type="http://schemas.openxmlformats.org/officeDocument/2006/relationships/slideMaster" Target="slideMasters/slideMaster1.xml" /><ns0:Relationship Id="rId9" Type="http://schemas.openxmlformats.org/officeDocument/2006/relationships/theme" Target="theme/theme1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E4880-7DA0-4458-A438-59016194DA36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1AB8C-271C-4EB9-9DF3-95022938B63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3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180A-00E6-7D9D-632F-6C15EEA6B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AD69E-B528-087A-99AE-01C50EA81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2901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jdelijke aanduiding voor tekst 784">
            <a:extLst>
              <a:ext uri="{FF2B5EF4-FFF2-40B4-BE49-F238E27FC236}">
                <a16:creationId xmlns:a16="http://schemas.microsoft.com/office/drawing/2014/main" id="{D5F3149F-9ED1-9034-D500-737E6DBBE3B2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51E2B4CD-705E-E28A-043D-E3D4141B0EA5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93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363600"/>
            <a:ext cx="10515600" cy="1324800"/>
          </a:xfrm>
        </p:spPr>
        <p:txBody>
          <a:bodyPr anchor="ctr" anchorCtr="0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E0C14-FF0F-5E43-2DC6-9C547A6489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59999" y="2822714"/>
            <a:ext cx="4397835" cy="3806859"/>
          </a:xfrm>
        </p:spPr>
        <p:txBody>
          <a:bodyPr anchor="ctr" anchorCtr="1"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err="1"/>
              <a:t>Afbeelding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1825200"/>
            <a:ext cx="10515600" cy="5032800"/>
          </a:xfrm>
        </p:spPr>
        <p:txBody>
          <a:bodyPr>
            <a:normAutofit/>
          </a:bodyPr>
          <a:lstStyle>
            <a:lvl1pPr marL="230400" indent="-230400">
              <a:buFont typeface="Arial" panose="020B0604020202020204" pitchFamily="34" charset="0"/>
              <a:buChar char="•"/>
              <a:defRPr sz="2800"/>
            </a:lvl1pPr>
            <a:lvl2pPr marL="687600" indent="-230400">
              <a:buFont typeface="Arial" panose="020B0604020202020204" pitchFamily="34" charset="0"/>
              <a:buChar char="•"/>
              <a:defRPr sz="2400"/>
            </a:lvl2pPr>
            <a:lvl3pPr marL="1144800" indent="-230400">
              <a:buFont typeface="Arial" panose="020B0604020202020204" pitchFamily="34" charset="0"/>
              <a:buChar char="•"/>
              <a:defRPr sz="2000"/>
            </a:lvl3pPr>
            <a:lvl4pPr marL="1602000" indent="-230400">
              <a:buFont typeface="Arial" panose="020B0604020202020204" pitchFamily="34" charset="0"/>
              <a:buChar char="•"/>
              <a:defRPr sz="1800"/>
            </a:lvl4pPr>
            <a:lvl5pPr marL="2059200" indent="-230400">
              <a:buFont typeface="Arial" panose="020B0604020202020204" pitchFamily="34" charset="0"/>
              <a:buChar char="•"/>
              <a:defRPr sz="18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970307B0-73D9-D11C-316B-6777ECF0D2BA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3DBB08-0195-B986-BE61-A9537252B09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90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DDB12-491F-5BB2-A956-E33E13261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641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76CE-B6CF-200E-B406-2A826BBC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9E1-C68F-9856-C448-E83CE4375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ACA9-74B9-A532-BD00-E94CB593C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5B848402-9A35-C374-0779-75E6DAE09B1B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1D286DB-9732-00B8-1372-2180A0F03909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453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8494-3F5B-A1D0-0A02-45F1C495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26EFF-9A9E-19C0-7132-C3B58885C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C4E49-4C5B-03A2-9E36-F0E474C67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A5467-CD6D-2A35-FDAD-C9036280C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168C4-8D7F-60F0-6D0E-C6AF10342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jdelijke aanduiding voor tekst 784">
            <a:extLst>
              <a:ext uri="{FF2B5EF4-FFF2-40B4-BE49-F238E27FC236}">
                <a16:creationId xmlns:a16="http://schemas.microsoft.com/office/drawing/2014/main" id="{09C61AD4-E22B-5483-A410-EB512374EAAC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256193B6-1431-5F48-9875-C3361455ACD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7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784">
            <a:extLst>
              <a:ext uri="{FF2B5EF4-FFF2-40B4-BE49-F238E27FC236}">
                <a16:creationId xmlns:a16="http://schemas.microsoft.com/office/drawing/2014/main" id="{79CD12EE-C134-F278-2980-F9DD3F86D6BB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33B0AF44-CC27-05A6-79EA-DA747A996CB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73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329E0-B3CA-8E19-BC3B-715665FA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8CA2F-F634-E1A9-CED8-8DDF6111C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921E047-E6D9-B995-3435-56287CF518F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50" y="0"/>
            <a:ext cx="400050" cy="1981200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D6C89B78-77C7-B736-B81F-26DB8983FC3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720227" y="108088"/>
            <a:ext cx="1294591" cy="467266"/>
          </a:xfrm>
          <a:prstGeom prst="rect">
            <a:avLst/>
          </a:prstGeom>
        </p:spPr>
      </p:pic>
      <p:pic>
        <p:nvPicPr>
          <p:cNvPr id="6" name="Picture 8" descr="Text, logo&#10;&#10;Description automatically generated">
            <a:extLst>
              <a:ext uri="{FF2B5EF4-FFF2-40B4-BE49-F238E27FC236}">
                <a16:creationId xmlns:a16="http://schemas.microsoft.com/office/drawing/2014/main" id="{900B9CDA-58D9-66C6-71FA-EB0940BC1D9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805" y="108089"/>
            <a:ext cx="1308347" cy="4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76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3" r:id="rId6"/>
    <p:sldLayoutId id="2147483655" r:id="rId7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34B85-A2C7-9256-388C-DCBA06284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E863F20-2F7E-BC7A-6EA3-D2BF7592E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10940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TETRA – Machine Vision for Quality Control</dc:title>
  <dc:creator>Matthias De Ryck</dc:creator>
  <cp:lastModifiedBy>Alexander D'hoore</cp:lastModifiedBy>
  <cp:revision>23</cp:revision>
  <dcterms:created xsi:type="dcterms:W3CDTF">2022-09-14T09:37:15Z</dcterms:created>
  <dcterms:modified xsi:type="dcterms:W3CDTF">2025-05-25T19:41:29Z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0x0101001188334205745E4C8CEB2F1D33C244B8</vt:lpwstr>
  </property>
  <property fmtid="{D5CDD505-2E9C-101B-9397-08002B2CF9AE}" pid="3" name="Order">
    <vt:r8>12000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</Properties>
</file>